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74dbb00-bace-e89c-5355-607ce9e9fd10}">
          <p14:sldIdLst>
            <p14:sldId id="256"/>
          </p14:sldIdLst>
        </p14:section>
        <p14:section name="How it works" id="{c07493f0-e73e-04df-7de3-ba6257220bba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fleetopt sends an expert to a team's AI agent. The expert starts the agent in the team's own setup, measures it, finds what its expertise looks for, changes the code on a branch, and keeps a change only when it is proven. The last step is the point: it refuses what it cannot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parts. On the left, the catalogue: each expert is a folder of markdown, fetched when a developer asks for it. In the middle, the developer's machine: one Claude Agent SDK session runs as one expert and works through shared tools. The gate is code: it keeps a change only when the measured cost is down past the noise and a separate reader finds the answers still hold. On the right, the team's own agent, run in its own environment under a probe that records every model call. An expert can name a tool or a rule; it cannot bring its own, so it cannot loosen its own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10607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fleetopt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fleetopt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fleetopt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Experts that review and optimise AI agents, and prove every change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Central AI team  ·  October 2026</a:t>
            </a:r>
            <a:endParaRPr lang="en-US" sz="1200" dirty="0"/>
          </a:p>
        </p:txBody>
      </p:sp>
      <p:sp>
        <p:nvSpPr>
          <p:cNvPr id="5" name="step Start"/>
          <p:cNvSpPr/>
          <p:nvPr/>
        </p:nvSpPr>
        <p:spPr>
          <a:xfrm>
            <a:off x="731520" y="46177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Start text"/>
          <p:cNvSpPr txBox="1"/>
          <p:nvPr/>
        </p:nvSpPr>
        <p:spPr>
          <a:xfrm>
            <a:off x="7315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Start</a:t>
            </a:r>
            <a:endParaRPr lang="en-US" sz="1400" dirty="0"/>
          </a:p>
        </p:txBody>
      </p:sp>
      <p:sp>
        <p:nvSpPr>
          <p:cNvPr id="7" name="step Start to next"/>
          <p:cNvSpPr/>
          <p:nvPr/>
        </p:nvSpPr>
        <p:spPr>
          <a:xfrm>
            <a:off x="2212848" y="4846320"/>
            <a:ext cx="2834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8" name="step Measure"/>
          <p:cNvSpPr/>
          <p:nvPr/>
        </p:nvSpPr>
        <p:spPr>
          <a:xfrm>
            <a:off x="2560320" y="46177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Measure text"/>
          <p:cNvSpPr txBox="1"/>
          <p:nvPr/>
        </p:nvSpPr>
        <p:spPr>
          <a:xfrm>
            <a:off x="25603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Measure</a:t>
            </a:r>
            <a:endParaRPr lang="en-US" sz="1400" dirty="0"/>
          </a:p>
        </p:txBody>
      </p:sp>
      <p:sp>
        <p:nvSpPr>
          <p:cNvPr id="10" name="step Measure to next"/>
          <p:cNvSpPr/>
          <p:nvPr/>
        </p:nvSpPr>
        <p:spPr>
          <a:xfrm>
            <a:off x="4041648" y="4846320"/>
            <a:ext cx="2834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11" name="step Find"/>
          <p:cNvSpPr/>
          <p:nvPr/>
        </p:nvSpPr>
        <p:spPr>
          <a:xfrm>
            <a:off x="4389120" y="46177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Find text"/>
          <p:cNvSpPr txBox="1"/>
          <p:nvPr/>
        </p:nvSpPr>
        <p:spPr>
          <a:xfrm>
            <a:off x="43891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</a:t>
            </a:r>
            <a:endParaRPr lang="en-US" sz="1400" dirty="0"/>
          </a:p>
        </p:txBody>
      </p:sp>
      <p:sp>
        <p:nvSpPr>
          <p:cNvPr id="13" name="step Find to next"/>
          <p:cNvSpPr/>
          <p:nvPr/>
        </p:nvSpPr>
        <p:spPr>
          <a:xfrm>
            <a:off x="5870448" y="4846320"/>
            <a:ext cx="2834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14" name="step Change"/>
          <p:cNvSpPr/>
          <p:nvPr/>
        </p:nvSpPr>
        <p:spPr>
          <a:xfrm>
            <a:off x="6217920" y="46177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Change text"/>
          <p:cNvSpPr txBox="1"/>
          <p:nvPr/>
        </p:nvSpPr>
        <p:spPr>
          <a:xfrm>
            <a:off x="62179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Change</a:t>
            </a:r>
            <a:endParaRPr lang="en-US" sz="1400" dirty="0"/>
          </a:p>
        </p:txBody>
      </p:sp>
      <p:sp>
        <p:nvSpPr>
          <p:cNvPr id="16" name="step Change to next"/>
          <p:cNvSpPr/>
          <p:nvPr/>
        </p:nvSpPr>
        <p:spPr>
          <a:xfrm>
            <a:off x="7699248" y="4846320"/>
            <a:ext cx="2834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17" name="step Prove"/>
          <p:cNvSpPr/>
          <p:nvPr/>
        </p:nvSpPr>
        <p:spPr>
          <a:xfrm>
            <a:off x="8046720" y="46177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step Prove text"/>
          <p:cNvSpPr txBox="1"/>
          <p:nvPr/>
        </p:nvSpPr>
        <p:spPr>
          <a:xfrm>
            <a:off x="80467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Architecture: experts are prose, proof is code</a:t>
            </a:r>
            <a:endParaRPr lang="en-US" sz="3200" dirty="0"/>
          </a:p>
        </p:txBody>
      </p:sp>
      <p:sp>
        <p:nvSpPr>
          <p:cNvPr id="3" name="label CENTRAL CATALOGUE"/>
          <p:cNvSpPr txBox="1"/>
          <p:nvPr/>
        </p:nvSpPr>
        <p:spPr>
          <a:xfrm>
            <a:off x="548640" y="1417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CENTRAL CATALOGUE</a:t>
            </a:r>
            <a:endParaRPr lang="en-US" sz="1100" dirty="0"/>
          </a:p>
        </p:txBody>
      </p:sp>
      <p:sp>
        <p:nvSpPr>
          <p:cNvPr id="4" name="expert cost"/>
          <p:cNvSpPr/>
          <p:nvPr/>
        </p:nvSpPr>
        <p:spPr>
          <a:xfrm>
            <a:off x="548640" y="1783080"/>
            <a:ext cx="2788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expert cost name"/>
          <p:cNvSpPr txBox="1"/>
          <p:nvPr/>
        </p:nvSpPr>
        <p:spPr>
          <a:xfrm>
            <a:off x="749808" y="191109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cost</a:t>
            </a:r>
            <a:endParaRPr lang="en-US" sz="1800" dirty="0"/>
          </a:p>
        </p:txBody>
      </p:sp>
      <p:sp>
        <p:nvSpPr>
          <p:cNvPr id="6" name="expert cost does"/>
          <p:cNvSpPr txBox="1"/>
          <p:nvPr/>
        </p:nvSpPr>
        <p:spPr>
          <a:xfrm>
            <a:off x="749808" y="224028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Where tokens and money are wasted</a:t>
            </a:r>
            <a:endParaRPr lang="en-US" sz="1400" dirty="0"/>
          </a:p>
        </p:txBody>
      </p:sp>
      <p:sp>
        <p:nvSpPr>
          <p:cNvPr id="7" name="expert design"/>
          <p:cNvSpPr/>
          <p:nvPr/>
        </p:nvSpPr>
        <p:spPr>
          <a:xfrm>
            <a:off x="548640" y="2971800"/>
            <a:ext cx="2788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expert design name"/>
          <p:cNvSpPr txBox="1"/>
          <p:nvPr/>
        </p:nvSpPr>
        <p:spPr>
          <a:xfrm>
            <a:off x="749808" y="309981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design</a:t>
            </a:r>
            <a:endParaRPr lang="en-US" sz="1800" dirty="0"/>
          </a:p>
        </p:txBody>
      </p:sp>
      <p:sp>
        <p:nvSpPr>
          <p:cNvPr id="9" name="expert design does"/>
          <p:cNvSpPr txBox="1"/>
          <p:nvPr/>
        </p:nvSpPr>
        <p:spPr>
          <a:xfrm>
            <a:off x="749808" y="342900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Whether the design fits the job</a:t>
            </a:r>
            <a:endParaRPr lang="en-US" sz="1400" dirty="0"/>
          </a:p>
        </p:txBody>
      </p:sp>
      <p:sp>
        <p:nvSpPr>
          <p:cNvPr id="10" name="expert tester"/>
          <p:cNvSpPr/>
          <p:nvPr/>
        </p:nvSpPr>
        <p:spPr>
          <a:xfrm>
            <a:off x="548640" y="4160520"/>
            <a:ext cx="2788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expert tester name"/>
          <p:cNvSpPr txBox="1"/>
          <p:nvPr/>
        </p:nvSpPr>
        <p:spPr>
          <a:xfrm>
            <a:off x="749808" y="428853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tester</a:t>
            </a:r>
            <a:endParaRPr lang="en-US" sz="1800" dirty="0"/>
          </a:p>
        </p:txBody>
      </p:sp>
      <p:sp>
        <p:nvSpPr>
          <p:cNvPr id="12" name="expert tester does"/>
          <p:cNvSpPr txBox="1"/>
          <p:nvPr/>
        </p:nvSpPr>
        <p:spPr>
          <a:xfrm>
            <a:off x="749808" y="461772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Requests that would check the agent</a:t>
            </a:r>
            <a:endParaRPr lang="en-US" sz="1400" dirty="0"/>
          </a:p>
        </p:txBody>
      </p:sp>
      <p:sp>
        <p:nvSpPr>
          <p:cNvPr id="13" name="catalogue note"/>
          <p:cNvSpPr txBox="1"/>
          <p:nvPr/>
        </p:nvSpPr>
        <p:spPr>
          <a:xfrm>
            <a:off x="548640" y="5303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Markdown only: a guide, checks and skills. Pulled on demand.</a:t>
            </a:r>
            <a:endParaRPr lang="en-US" sz="1200" dirty="0"/>
          </a:p>
        </p:txBody>
      </p:sp>
      <p:sp>
        <p:nvSpPr>
          <p:cNvPr id="14" name="label DEVELOPER&amp;apos;S MACHINE"/>
          <p:cNvSpPr txBox="1"/>
          <p:nvPr/>
        </p:nvSpPr>
        <p:spPr>
          <a:xfrm>
            <a:off x="38404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DEVELOPER'S MACHINE</a:t>
            </a:r>
            <a:endParaRPr lang="en-US" sz="1100" dirty="0"/>
          </a:p>
        </p:txBody>
      </p:sp>
      <p:sp>
        <p:nvSpPr>
          <p:cNvPr id="15" name="machine"/>
          <p:cNvSpPr/>
          <p:nvPr/>
        </p:nvSpPr>
        <p:spPr>
          <a:xfrm>
            <a:off x="3840480" y="1783080"/>
            <a:ext cx="4892040" cy="3886200"/>
          </a:xfrm>
          <a:prstGeom prst="roundRect">
            <a:avLst>
              <a:gd name="adj" fmla="val 1882"/>
            </a:avLst>
          </a:prstGeom>
          <a:solidFill>
            <a:schemeClr val="bg2"/>
          </a:solidFill>
          <a:ln/>
        </p:spPr>
      </p:sp>
      <p:sp>
        <p:nvSpPr>
          <p:cNvPr id="16" name="session card"/>
          <p:cNvSpPr/>
          <p:nvPr/>
        </p:nvSpPr>
        <p:spPr>
          <a:xfrm>
            <a:off x="4069080" y="1965960"/>
            <a:ext cx="44348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ession title"/>
          <p:cNvSpPr txBox="1"/>
          <p:nvPr/>
        </p:nvSpPr>
        <p:spPr>
          <a:xfrm>
            <a:off x="4270248" y="2075688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session, one expert</a:t>
            </a:r>
            <a:endParaRPr lang="en-US" sz="1800" dirty="0"/>
          </a:p>
        </p:txBody>
      </p:sp>
      <p:sp>
        <p:nvSpPr>
          <p:cNvPr id="18" name="session text"/>
          <p:cNvSpPr txBox="1"/>
          <p:nvPr/>
        </p:nvSpPr>
        <p:spPr>
          <a:xfrm>
            <a:off x="4270248" y="2404872"/>
            <a:ext cx="4032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Claude Agent SDK session, loaded with that expert's prose and nothing else</a:t>
            </a:r>
            <a:endParaRPr lang="en-US" sz="1400" dirty="0"/>
          </a:p>
        </p:txBody>
      </p:sp>
      <p:sp>
        <p:nvSpPr>
          <p:cNvPr id="19" name="tools title"/>
          <p:cNvSpPr txBox="1"/>
          <p:nvPr/>
        </p:nvSpPr>
        <p:spPr>
          <a:xfrm>
            <a:off x="4069080" y="31729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Shared tools</a:t>
            </a:r>
            <a:endParaRPr lang="en-US" sz="1400" dirty="0"/>
          </a:p>
        </p:txBody>
      </p:sp>
      <p:sp>
        <p:nvSpPr>
          <p:cNvPr id="20" name="tool start"/>
          <p:cNvSpPr/>
          <p:nvPr/>
        </p:nvSpPr>
        <p:spPr>
          <a:xfrm>
            <a:off x="4069080" y="3502152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ool start text"/>
          <p:cNvSpPr txBox="1"/>
          <p:nvPr/>
        </p:nvSpPr>
        <p:spPr>
          <a:xfrm>
            <a:off x="4069080" y="3502152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</a:t>
            </a:r>
            <a:endParaRPr lang="en-US" sz="1200" dirty="0"/>
          </a:p>
        </p:txBody>
      </p:sp>
      <p:sp>
        <p:nvSpPr>
          <p:cNvPr id="22" name="tool measure"/>
          <p:cNvSpPr/>
          <p:nvPr/>
        </p:nvSpPr>
        <p:spPr>
          <a:xfrm>
            <a:off x="5205222" y="3502152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ool measure text"/>
          <p:cNvSpPr txBox="1"/>
          <p:nvPr/>
        </p:nvSpPr>
        <p:spPr>
          <a:xfrm>
            <a:off x="5205222" y="3502152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measure</a:t>
            </a:r>
            <a:endParaRPr lang="en-US" sz="1200" dirty="0"/>
          </a:p>
        </p:txBody>
      </p:sp>
      <p:sp>
        <p:nvSpPr>
          <p:cNvPr id="24" name="tool query"/>
          <p:cNvSpPr/>
          <p:nvPr/>
        </p:nvSpPr>
        <p:spPr>
          <a:xfrm>
            <a:off x="6341364" y="3502152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ool query text"/>
          <p:cNvSpPr txBox="1"/>
          <p:nvPr/>
        </p:nvSpPr>
        <p:spPr>
          <a:xfrm>
            <a:off x="6341364" y="3502152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query</a:t>
            </a:r>
            <a:endParaRPr lang="en-US" sz="1200" dirty="0"/>
          </a:p>
        </p:txBody>
      </p:sp>
      <p:sp>
        <p:nvSpPr>
          <p:cNvPr id="26" name="tool checked"/>
          <p:cNvSpPr/>
          <p:nvPr/>
        </p:nvSpPr>
        <p:spPr>
          <a:xfrm>
            <a:off x="7477506" y="3502152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ool checked text"/>
          <p:cNvSpPr txBox="1"/>
          <p:nvPr/>
        </p:nvSpPr>
        <p:spPr>
          <a:xfrm>
            <a:off x="7477506" y="3502152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checked</a:t>
            </a:r>
            <a:endParaRPr lang="en-US" sz="1200" dirty="0"/>
          </a:p>
        </p:txBody>
      </p:sp>
      <p:sp>
        <p:nvSpPr>
          <p:cNvPr id="28" name="tool keep"/>
          <p:cNvSpPr/>
          <p:nvPr/>
        </p:nvSpPr>
        <p:spPr>
          <a:xfrm>
            <a:off x="4069080" y="3922776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ool keep text"/>
          <p:cNvSpPr txBox="1"/>
          <p:nvPr/>
        </p:nvSpPr>
        <p:spPr>
          <a:xfrm>
            <a:off x="4069080" y="3922776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keep</a:t>
            </a:r>
            <a:endParaRPr lang="en-US" sz="1200" dirty="0"/>
          </a:p>
        </p:txBody>
      </p:sp>
      <p:sp>
        <p:nvSpPr>
          <p:cNvPr id="30" name="tool undo"/>
          <p:cNvSpPr/>
          <p:nvPr/>
        </p:nvSpPr>
        <p:spPr>
          <a:xfrm>
            <a:off x="5205222" y="3922776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ool undo text"/>
          <p:cNvSpPr txBox="1"/>
          <p:nvPr/>
        </p:nvSpPr>
        <p:spPr>
          <a:xfrm>
            <a:off x="5205222" y="3922776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undo</a:t>
            </a:r>
            <a:endParaRPr lang="en-US" sz="1200" dirty="0"/>
          </a:p>
        </p:txBody>
      </p:sp>
      <p:sp>
        <p:nvSpPr>
          <p:cNvPr id="32" name="tool ask"/>
          <p:cNvSpPr/>
          <p:nvPr/>
        </p:nvSpPr>
        <p:spPr>
          <a:xfrm>
            <a:off x="6341364" y="3922776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ool ask text"/>
          <p:cNvSpPr txBox="1"/>
          <p:nvPr/>
        </p:nvSpPr>
        <p:spPr>
          <a:xfrm>
            <a:off x="6341364" y="3922776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ask</a:t>
            </a:r>
            <a:endParaRPr lang="en-US" sz="1200" dirty="0"/>
          </a:p>
        </p:txBody>
      </p:sp>
      <p:sp>
        <p:nvSpPr>
          <p:cNvPr id="34" name="tool call"/>
          <p:cNvSpPr/>
          <p:nvPr/>
        </p:nvSpPr>
        <p:spPr>
          <a:xfrm>
            <a:off x="7477506" y="3922776"/>
            <a:ext cx="102641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ool call text"/>
          <p:cNvSpPr txBox="1"/>
          <p:nvPr/>
        </p:nvSpPr>
        <p:spPr>
          <a:xfrm>
            <a:off x="7477506" y="3922776"/>
            <a:ext cx="102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call</a:t>
            </a:r>
            <a:endParaRPr lang="en-US" sz="1200" dirty="0"/>
          </a:p>
        </p:txBody>
      </p:sp>
      <p:sp>
        <p:nvSpPr>
          <p:cNvPr id="36" name="gate card"/>
          <p:cNvSpPr/>
          <p:nvPr/>
        </p:nvSpPr>
        <p:spPr>
          <a:xfrm>
            <a:off x="4069080" y="4407408"/>
            <a:ext cx="443484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37" name="gate marker"/>
          <p:cNvSpPr/>
          <p:nvPr/>
        </p:nvSpPr>
        <p:spPr>
          <a:xfrm>
            <a:off x="4288536" y="459943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gate title"/>
          <p:cNvSpPr txBox="1"/>
          <p:nvPr/>
        </p:nvSpPr>
        <p:spPr>
          <a:xfrm>
            <a:off x="4544568" y="4517136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gate</a:t>
            </a:r>
            <a:endParaRPr lang="en-US" sz="1800" dirty="0"/>
          </a:p>
        </p:txBody>
      </p:sp>
      <p:sp>
        <p:nvSpPr>
          <p:cNvPr id="39" name="gate text"/>
          <p:cNvSpPr txBox="1"/>
          <p:nvPr/>
        </p:nvSpPr>
        <p:spPr>
          <a:xfrm>
            <a:off x="4270248" y="4864608"/>
            <a:ext cx="4032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Keeps a change only when it is cheaper past the noise and the answers still hold</a:t>
            </a:r>
            <a:endParaRPr lang="en-US" sz="1400" dirty="0"/>
          </a:p>
        </p:txBody>
      </p:sp>
      <p:sp>
        <p:nvSpPr>
          <p:cNvPr id="40" name="label THE TEAM&amp;apos;S AGENT"/>
          <p:cNvSpPr txBox="1"/>
          <p:nvPr/>
        </p:nvSpPr>
        <p:spPr>
          <a:xfrm>
            <a:off x="92811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THE TEAM'S AGENT</a:t>
            </a:r>
            <a:endParaRPr lang="en-US" sz="1100" dirty="0"/>
          </a:p>
        </p:txBody>
      </p:sp>
      <p:sp>
        <p:nvSpPr>
          <p:cNvPr id="41" name="agent card"/>
          <p:cNvSpPr/>
          <p:nvPr/>
        </p:nvSpPr>
        <p:spPr>
          <a:xfrm>
            <a:off x="9281160" y="17830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2" name="agent title"/>
          <p:cNvSpPr txBox="1"/>
          <p:nvPr/>
        </p:nvSpPr>
        <p:spPr>
          <a:xfrm>
            <a:off x="9464040" y="1911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LangGraph agent</a:t>
            </a:r>
            <a:endParaRPr lang="en-US" sz="1800" dirty="0"/>
          </a:p>
        </p:txBody>
      </p:sp>
      <p:sp>
        <p:nvSpPr>
          <p:cNvPr id="43" name="agent text"/>
          <p:cNvSpPr txBox="1"/>
          <p:nvPr/>
        </p:nvSpPr>
        <p:spPr>
          <a:xfrm>
            <a:off x="9464040" y="22585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Runs in its own environment. A probe records every model call</a:t>
            </a:r>
            <a:endParaRPr lang="en-US" sz="1400" dirty="0"/>
          </a:p>
        </p:txBody>
      </p:sp>
      <p:sp>
        <p:nvSpPr>
          <p:cNvPr id="44" name="output card"/>
          <p:cNvSpPr/>
          <p:nvPr/>
        </p:nvSpPr>
        <p:spPr>
          <a:xfrm>
            <a:off x="9281160" y="40690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5" name="output title"/>
          <p:cNvSpPr txBox="1"/>
          <p:nvPr/>
        </p:nvSpPr>
        <p:spPr>
          <a:xfrm>
            <a:off x="9464040" y="4197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comes out</a:t>
            </a:r>
            <a:endParaRPr lang="en-US" sz="1800" dirty="0"/>
          </a:p>
        </p:txBody>
      </p:sp>
      <p:sp>
        <p:nvSpPr>
          <p:cNvPr id="46" name="output text"/>
          <p:cNvSpPr txBox="1"/>
          <p:nvPr/>
        </p:nvSpPr>
        <p:spPr>
          <a:xfrm>
            <a:off x="9464040" y="45445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report, a branch with the change, and the record of the run</a:t>
            </a:r>
            <a:endParaRPr lang="en-US" sz="1400" dirty="0"/>
          </a:p>
        </p:txBody>
      </p:sp>
      <p:sp>
        <p:nvSpPr>
          <p:cNvPr id="47" name="catalogue to machine"/>
          <p:cNvSpPr/>
          <p:nvPr/>
        </p:nvSpPr>
        <p:spPr>
          <a:xfrm>
            <a:off x="3419856" y="3483864"/>
            <a:ext cx="338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48" name="session and agent"/>
          <p:cNvSpPr/>
          <p:nvPr/>
        </p:nvSpPr>
        <p:spPr>
          <a:xfrm>
            <a:off x="8814816" y="2487168"/>
            <a:ext cx="38404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49" name="gate to output"/>
          <p:cNvSpPr/>
          <p:nvPr/>
        </p:nvSpPr>
        <p:spPr>
          <a:xfrm>
            <a:off x="8814816" y="4864608"/>
            <a:ext cx="38404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50" name="takeaway"/>
          <p:cNvSpPr txBox="1"/>
          <p:nvPr/>
        </p:nvSpPr>
        <p:spPr>
          <a:xfrm>
            <a:off x="548640" y="5943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expert decides how to work. Code decides what counts as proven.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opt">
  <a:themeElements>
    <a:clrScheme name="fleetopt">
      <a:dk1>
        <a:srgbClr val="111111"/>
      </a:dk1>
      <a:lt1>
        <a:srgbClr val="FFFFFF"/>
      </a:lt1>
      <a:dk2>
        <a:srgbClr val="333333"/>
      </a:dk2>
      <a:lt2>
        <a:srgbClr val="F6F6F6"/>
      </a:lt2>
      <a:accent1>
        <a:srgbClr val="EE0000"/>
      </a:accent1>
      <a:accent2>
        <a:srgbClr val="747676"/>
      </a:accent2>
      <a:accent3>
        <a:srgbClr val="D8DADA"/>
      </a:accent3>
      <a:accent4>
        <a:srgbClr val="A7A7A7"/>
      </a:accent4>
      <a:accent5>
        <a:srgbClr val="000000"/>
      </a:accent5>
      <a:accent6>
        <a:srgbClr val="B00000"/>
      </a:accent6>
      <a:hlink>
        <a:srgbClr val="333333"/>
      </a:hlink>
      <a:folHlink>
        <a:srgbClr val="747676"/>
      </a:folHlink>
    </a:clrScheme>
    <a:fontScheme name="fleetop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fleetopt</dc:title>
  <dc:subject>PptxGenJS Presentation</dc:subject>
  <dc:creator>Central AI team</dc:creator>
  <cp:lastModifiedBy>Central AI team</cp:lastModifiedBy>
  <cp:revision>1</cp:revision>
  <dcterms:created xsi:type="dcterms:W3CDTF">2026-10-05T12:42:51Z</dcterms:created>
  <dcterms:modified xsi:type="dcterms:W3CDTF">2026-10-05T12:42:51Z</dcterms:modified>
</cp:coreProperties>
</file>